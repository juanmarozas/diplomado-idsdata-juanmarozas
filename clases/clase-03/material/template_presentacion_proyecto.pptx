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6B1A"/>
                </a:solidFill>
                <a:latin typeface="Calibri"/>
              </a:rPr>
              <a:t>Título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4572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Calibri"/>
              </a:rPr>
              <a:t>Slide 1 · 0,5 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64240" cy="4206240"/>
          </a:xfrm>
          <a:prstGeom prst="roundRect">
            <a:avLst>
              <a:gd name="adj" fmla="val 4000"/>
            </a:avLst>
          </a:prstGeom>
          <a:solidFill>
            <a:srgbClr val="FFF3ED"/>
          </a:solidFill>
          <a:ln>
            <a:solidFill>
              <a:srgbClr val="FF6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6B1A"/>
                </a:solidFill>
                <a:latin typeface="Calibri"/>
              </a:rPr>
              <a:t>QUÉ VA EN ESTA SLIDE  (borra este cuadro y escribe tu contenido)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5156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Título claro del proyecto y el tema elegido (1 de los 10).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Nombres de la pareja.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Curso: DPL1046 · Programación en Python y Manipulación de Datos · UDLA.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Se alimenta de: Clase 3 (tu ficha: 05_ficha_proyecto.py)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6B1A"/>
                </a:solidFill>
                <a:latin typeface="Calibri"/>
              </a:rPr>
              <a:t>El problema de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4572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Calibri"/>
              </a:rPr>
              <a:t>Slide 2 · 2 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64240" cy="4206240"/>
          </a:xfrm>
          <a:prstGeom prst="roundRect">
            <a:avLst>
              <a:gd name="adj" fmla="val 4000"/>
            </a:avLst>
          </a:prstGeom>
          <a:solidFill>
            <a:srgbClr val="FFF3ED"/>
          </a:solidFill>
          <a:ln>
            <a:solidFill>
              <a:srgbClr val="FF6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6B1A"/>
                </a:solidFill>
                <a:latin typeface="Calibri"/>
              </a:rPr>
              <a:t>QUÉ VA EN ESTA SLIDE  (borra este cuadro y escribe tu contenido)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5156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¿Qué pregunta de negocio responde tu proyecto?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¿Para quién es? (quién tomaría la decisión)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¿Por qué importa? Un dato o cifra que lo muestre.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Se alimenta de: Clase 3 (elegir tema) · se afina en cada clase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6B1A"/>
                </a:solidFill>
                <a:latin typeface="Calibri"/>
              </a:rPr>
              <a:t>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4572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Calibri"/>
              </a:rPr>
              <a:t>Slide 3 · 2 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64240" cy="4206240"/>
          </a:xfrm>
          <a:prstGeom prst="roundRect">
            <a:avLst>
              <a:gd name="adj" fmla="val 4000"/>
            </a:avLst>
          </a:prstGeom>
          <a:solidFill>
            <a:srgbClr val="FFF3ED"/>
          </a:solidFill>
          <a:ln>
            <a:solidFill>
              <a:srgbClr val="FF6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6B1A"/>
                </a:solidFill>
                <a:latin typeface="Calibri"/>
              </a:rPr>
              <a:t>QUÉ VA EN ESTA SLIDE  (borra este cuadro y escribe tu contenido)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5156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Tablas o fuentes que usas (mínimo 2) y de qué formato son: CSV, Excel, JSON, API, Parquet.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Tamaño: cuántas filas y columnas.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Calidad: nulos, duplicados, valores raros que encontraste.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Se alimenta de: Clase 3 (listas, sets, diccionarios) · Clase 4 (formatos, API)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6B1A"/>
                </a:solidFill>
                <a:latin typeface="Calibri"/>
              </a:rPr>
              <a:t>Arquitectura del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4572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Calibri"/>
              </a:rPr>
              <a:t>Slide 4 · 2 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64240" cy="4206240"/>
          </a:xfrm>
          <a:prstGeom prst="roundRect">
            <a:avLst>
              <a:gd name="adj" fmla="val 4000"/>
            </a:avLst>
          </a:prstGeom>
          <a:solidFill>
            <a:srgbClr val="FFF3ED"/>
          </a:solidFill>
          <a:ln>
            <a:solidFill>
              <a:srgbClr val="FF6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6B1A"/>
                </a:solidFill>
                <a:latin typeface="Calibri"/>
              </a:rPr>
              <a:t>QUÉ VA EN ESTA SLIDE  (borra este cuadro y escribe tu contenido)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5156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Un diagrama simple: ENTRADA → PROCESO → SALIDA.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Qué herramientas usa cada paso (pandas, requests, Parquet...).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Dónde se guarda el resultado.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Se alimenta de: Clase 4 (formatos de salida) · clases siguientes (pandas, automatización)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6B1A"/>
                </a:solidFill>
                <a:latin typeface="Calibri"/>
              </a:rPr>
              <a:t>Demo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4572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Calibri"/>
              </a:rPr>
              <a:t>Slide 5 · 3 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64240" cy="4206240"/>
          </a:xfrm>
          <a:prstGeom prst="roundRect">
            <a:avLst>
              <a:gd name="adj" fmla="val 4000"/>
            </a:avLst>
          </a:prstGeom>
          <a:solidFill>
            <a:srgbClr val="FFF3ED"/>
          </a:solidFill>
          <a:ln>
            <a:solidFill>
              <a:srgbClr val="FF6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6B1A"/>
                </a:solidFill>
                <a:latin typeface="Calibri"/>
              </a:rPr>
              <a:t>QUÉ VA EN ESTA SLIDE  (borra este cuadro y escribe tu contenido)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5156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El pipeline corriendo, con UN solo comando.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Muestra la entrada y el resultado.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Ten un plan B (captura o video) por si falla la 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Se alimenta de: Clase 3 (ejecutar scripts) · clases siguientes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6B1A"/>
                </a:solidFill>
                <a:latin typeface="Calibri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4572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Calibri"/>
              </a:rPr>
              <a:t>Slide 6 · 2 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64240" cy="4206240"/>
          </a:xfrm>
          <a:prstGeom prst="roundRect">
            <a:avLst>
              <a:gd name="adj" fmla="val 4000"/>
            </a:avLst>
          </a:prstGeom>
          <a:solidFill>
            <a:srgbClr val="FFF3ED"/>
          </a:solidFill>
          <a:ln>
            <a:solidFill>
              <a:srgbClr val="FF6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6B1A"/>
                </a:solidFill>
                <a:latin typeface="Calibri"/>
              </a:rPr>
              <a:t>QUÉ VA EN ESTA SLIDE  (borra este cuadro y escribe tu contenido)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5156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2 o 3 hallazgos, cada uno con una tabla o gráfico claro.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Una frase por hallazgo: "qué vemos y qué significa".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Se alimenta de: Clases siguientes (pandas: seleccionar, limpiar, combinar, agrupar)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6B1A"/>
                </a:solidFill>
                <a:latin typeface="Calibri"/>
              </a:rPr>
              <a:t>Calidad y buenas prácticas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4572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Calibri"/>
              </a:rPr>
              <a:t>Slide 7 · 1 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64240" cy="4206240"/>
          </a:xfrm>
          <a:prstGeom prst="roundRect">
            <a:avLst>
              <a:gd name="adj" fmla="val 4000"/>
            </a:avLst>
          </a:prstGeom>
          <a:solidFill>
            <a:srgbClr val="FFF3ED"/>
          </a:solidFill>
          <a:ln>
            <a:solidFill>
              <a:srgbClr val="FF6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6B1A"/>
                </a:solidFill>
                <a:latin typeface="Calibri"/>
              </a:rPr>
              <a:t>QUÉ VA EN ESTA SLIDE  (borra este cuadro y escribe tu contenido)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5156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Validación de datos, manejo de errores y logging.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Tests con pytest, README, requirements.txt.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Sin credenciales en el código: .env fuera de Git.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Datos personales protegidos (hashing o masking), si aplica.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Se alimenta de: Clase 1 y 2 (entorno, Git) · Clase 4 (.env, PII) · clases siguientes (tests, logging)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6B1A"/>
                </a:solidFill>
                <a:latin typeface="Calibri"/>
              </a:rPr>
              <a:t>Valor de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4572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Calibri"/>
              </a:rPr>
              <a:t>Slide 8 · 1,5 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64240" cy="4206240"/>
          </a:xfrm>
          <a:prstGeom prst="roundRect">
            <a:avLst>
              <a:gd name="adj" fmla="val 4000"/>
            </a:avLst>
          </a:prstGeom>
          <a:solidFill>
            <a:srgbClr val="FFF3ED"/>
          </a:solidFill>
          <a:ln>
            <a:solidFill>
              <a:srgbClr val="FF6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6B1A"/>
                </a:solidFill>
                <a:latin typeface="Calibri"/>
              </a:rPr>
              <a:t>QUÉ VA EN ESTA SLIDE  (borra este cuadro y escribe tu contenido)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5156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¿Qué decisión permite tomar tu pipeline?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¿Cuánto tiempo o esfuerzo ahorra?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Próximos pasos: qué mejorarías.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Se alimenta de: Todas las clases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6B1A"/>
                </a:solidFill>
                <a:latin typeface="Calibri"/>
              </a:rPr>
              <a:t>Aprendizajes e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4572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Calibri"/>
              </a:rPr>
              <a:t>Slide 9 · 1 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64240" cy="4206240"/>
          </a:xfrm>
          <a:prstGeom prst="roundRect">
            <a:avLst>
              <a:gd name="adj" fmla="val 4000"/>
            </a:avLst>
          </a:prstGeom>
          <a:solidFill>
            <a:srgbClr val="FFF3ED"/>
          </a:solidFill>
          <a:ln>
            <a:solidFill>
              <a:srgbClr val="FF6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6B1A"/>
                </a:solidFill>
                <a:latin typeface="Calibri"/>
              </a:rPr>
              <a:t>QUÉ VA EN ESTA SLIDE  (borra este cuadro y escribe tu contenido)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5156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Cómo usaron la IA como copiloto: qué le pidieron y qué corrigieron.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Qué aprendieron y qué haría distinto.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Se alimenta de: Clase final de IA · todas las clases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64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 i="0">
                <a:solidFill>
                  <a:srgbClr val="FF6B1A"/>
                </a:solidFill>
                <a:latin typeface="Calibri"/>
              </a:rPr>
              <a:t>Preguntas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 i="1">
                <a:solidFill>
                  <a:srgbClr val="666666"/>
                </a:solidFill>
                <a:latin typeface="Calibri"/>
              </a:rPr>
              <a:t>5 minutos · pueden preguntar por cualquier parte del código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